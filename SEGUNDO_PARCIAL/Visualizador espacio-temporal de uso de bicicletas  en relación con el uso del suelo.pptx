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baedcd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baedcd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5e22869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5e22869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5e22869e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5e22869e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5e22869e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5e22869e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5e22869e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5e22869e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5e22869e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5e22869e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5e22869e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5e22869e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baedcd0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1baedcd0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e22869e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e22869e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1baedcd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1baedcd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1baedcd0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1baedcd0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baedcd0f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baedcd0f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1baedcd0f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1baedcd0f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1baedcd0f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1baedcd0f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1baedcd0f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1baedcd0f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1baedcd0f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1baedcd0f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1baedcd0f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1baedcd0f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1baedcd0f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1baedcd0f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1baedcd0f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1baedcd0f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1baedcd0f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1baedcd0f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1baedcd0f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1baedcd0f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1baedcd0f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1baedcd0f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7681d16a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7681d16a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7681d16a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7681d16a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7681d16a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7681d16a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7681d16a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7681d16a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7681d16a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7681d16a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7681d16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7681d16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1baedcd0f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1baedcd0f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1baedcd0f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61baedcd0f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Visualizador espacio-temporal de uso de bicicletas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relación con el uso del suelo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Cada día se ofrecen nuevos servicios, como la micromovilidad, y los usuarios tienen acceso a múltiples opciones de transporte, lo que cambia radicalmente sus hábitos de viaje. La micromovilidad se ha definido como el acceso a corto plazo a vehículos compartidos de baja velocidad, según las necesidades y la conveniencia del usuario, en lugar de requerir la propiedad del vehículo.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crecimiento de los servicios de micromovilidad se ha visto impulsado por el rápido desarrollo de las tecnologías de la información y la comunicación (TIC), junto con las mejoras en los Sistemas de Información Geográfica (SIG), la aparición de nuevas fuentes de datos y las capacidades avanzadas de procesamiento de datos mediante programación. Las personas ahora se desplazan utilizando la última tecnología de localización, lo que requiere datos que se ajusten a sus necesidades personales.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1.PROBLEMA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 pesar del despliegue del sistema BiciMAD, los viajes en bicicleta presentan una distribución espacial desigual, con concentración en zonas centrales y baja presencia en zonas residenciales del este y sur de Madrid [1][4]. Esta desigualdad se intensifica en horarios fuera de las horas punta, donde algunas zonas quedan prácticamente sin servicio o sin viajes registrados [1].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Actualmente, no se ha cuantificado si esta variabilidad espacio-temporal está asociada a la cobertura del suelo urbano. Por ejemplo, si zonas industriales o periféricas reciben menor atención en la planificación del sistema de bicicletas públicas [2][3], ni se visualiza con herramientas que integren tiempo y territorio [2][4]. Esta falta de análisis integrado dificulta la toma de decisiones para mejorar la equidad territorial del servicio y la redistribución eficiente de bicicletas.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23400" y="252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520"/>
              <a:t>TRABAJOS RELACIONADOS</a:t>
            </a:r>
            <a:endParaRPr sz="35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Uncovering spatiotemporal micromobility patterns through the lens of space–time cubes and GIS tools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241250" y="1528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este artículo, presentan nuevas formas de visualizar y comprender los patrones espaciotemporales de la micromovilidad en Madrid, basadas en el marco conceptual de la Geografía-Tiempo.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usan base de datos como Bicimad que son datos </a:t>
            </a:r>
            <a:r>
              <a:rPr lang="es"/>
              <a:t>públicos</a:t>
            </a:r>
            <a:r>
              <a:rPr lang="es"/>
              <a:t>.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800" y="3001738"/>
            <a:ext cx="598170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Uncovering spatiotemporal micromobility patterns through the lens of space–time cubes and GIS tools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241250" y="1528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600" y="2026775"/>
            <a:ext cx="585787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Uncovering spatiotemporal micromobility patterns through the lens of space–time cubes and GIS tools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241250" y="1528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Uso STC (Space Time Cubes), la geografía se representó según una cuadrícula hexagonal (con una distancia de centroide a centroide igual a 250 m que cubre el área de estudio,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23400" y="252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520"/>
              <a:t>PIPELINE</a:t>
            </a:r>
            <a:endParaRPr sz="3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5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Procesamiento y limpieza de los datos.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Transformación</a:t>
            </a:r>
            <a:r>
              <a:rPr lang="es"/>
              <a:t> de datos para un uso general.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Entendiendo los viajes espacio-temporales.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Identificar lugares que comparten un comportamiento similar respecto al uso del suelo.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OBJETIVO GENERAL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Analizar la distribución espacio-temporal de los viajes de bicicleta , identificando patrones de uso según la hora, el día y la zona urbana. El objetivo es determinar si existen zonas y horarios con baja cobertura o uso, y relacionarlos con el tipo de uso del suelo (residencial, comercial, industrial, etc.) mediante herramientas de análisis geoespacial, sin recurrir a modelos de inteligencia artificial. Los resultados servirán como insumo para la mejora del diseño y redistribución del sistema de bicicletas públicas.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</a:t>
            </a:r>
            <a:r>
              <a:rPr lang="es"/>
              <a:t>HIPÓTESIS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Hipótesis 1: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viajes realizados en bicicletas suelen usar con mayor frecuencia zonas urbanas.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Hipótesis 2: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estaciones de partida o llegada están relacionadas con el uso del suelo de las zonas urbanas.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Hipótesis 3: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viajes realizados en bicicletas suelen usar con mayor frecuencia zonas rurales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trips_febrero_2023.csv extraído de la base de datos BICIMAD que nos da información sobre viajes de bicicletas con sus respectivos lugares de salida y llegada, ubicación, fechas.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archivo suelo.csv extraído de la base de datos SIOSE que se encarga de etiquetar el uso que se le da a los suelos en España, mediante coordenadas se determina el área y lugar del suelo.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Cantidad de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Suelo : 44858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Trips: 167946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VIAJES EN BICICLETA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704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01" y="1080550"/>
            <a:ext cx="3992824" cy="38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1225" y="1080550"/>
            <a:ext cx="3885876" cy="387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INFORMACION DEL SUELO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704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911075"/>
            <a:ext cx="4090950" cy="419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300" y="911075"/>
            <a:ext cx="4190999" cy="402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TRANSFORMACIONES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formato de las fechas  de unlock_date y lock_date que se refieren a las fechas de inicio del viaje en bicicleta y final del viaje en bicicleta  no estaban en el formato para usarlas en python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625" y="2834238"/>
            <a:ext cx="516255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TRANSFORMACIONES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formato de las localizaciones geolocation_unlock y geolocation_lock que se refieren a las ubicaciones GPS en la que da inicio el viaje en bicicleta y final del viaje en bicicleta La localización de inicio y llegada estaba en un objeto que no se podía usar directamente.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archivo suelo.csv extraído de la base de datos SIOSE tiene los datos de esta forma en la columna geometry: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850" y="3440200"/>
            <a:ext cx="58293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TRANSFORMACIONES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</a:t>
            </a:r>
            <a:r>
              <a:rPr lang="es"/>
              <a:t>n el archivo que se consigue de SIOSE un organismo en España que cataloga el uso de los pisos en ese país tenemos la columna geometry se refiere a los puntos de polígono que al graficarlos en un mapa se verá el área correspondiente a esa área del suelo.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025" y="2709863"/>
            <a:ext cx="6019800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TRANSFORMACIONES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columnas CODIIGE, HILUCS, SIOSE_CODE tienen especificaciones del uso del suelo cada más específico que el anterior.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888" y="2090738"/>
            <a:ext cx="55149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LIMPIEZA DE DATOS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trips_febrero_2023.csv extraído de la base de datos BICIMAD tiene los datos de esta forma, estas filas representan la mitad de lso datos: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296" y="2208971"/>
            <a:ext cx="4293051" cy="25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LIMPIEZA DE DATOS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Después de la eliminación de las filas completamente nulas nos queda todavía en el archivo trips_febrero_2023: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938" y="2083438"/>
            <a:ext cx="56483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LIMPIEZA DE DATOS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Verificando los valores nulos de las columnas station_unlock, dock_unlock, unlock_station_name estan en la misma fila y las columnas station_lock, dock_lock, lock_station_name también.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797" y="2416525"/>
            <a:ext cx="4326376" cy="23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LIMPIEZA DE DATOS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125" y="1459000"/>
            <a:ext cx="4901449" cy="29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VISUALIZADOR</a:t>
            </a:r>
            <a:endParaRPr/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475" y="883225"/>
            <a:ext cx="350520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VISUALIZADOR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72" y="1152472"/>
            <a:ext cx="5010950" cy="36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VISUALIZADOR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088" y="989000"/>
            <a:ext cx="595312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VISUALIZADOR</a:t>
            </a:r>
            <a:endParaRPr/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488" y="1017725"/>
            <a:ext cx="4987024" cy="39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VISUALIZADOR</a:t>
            </a:r>
            <a:endParaRPr/>
          </a:p>
        </p:txBody>
      </p:sp>
      <p:sp>
        <p:nvSpPr>
          <p:cNvPr id="227" name="Google Shape;22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475" y="1085850"/>
            <a:ext cx="5915025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VISUALIZADOR</a:t>
            </a:r>
            <a:endParaRPr/>
          </a:p>
        </p:txBody>
      </p:sp>
      <p:sp>
        <p:nvSpPr>
          <p:cNvPr id="234" name="Google Shape;23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525" y="985838"/>
            <a:ext cx="607695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</a:t>
            </a:r>
            <a:endParaRPr/>
          </a:p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Uso habitual de zonas urbanas para los viajes en bicicleta.</a:t>
            </a:r>
            <a:endParaRPr/>
          </a:p>
        </p:txBody>
      </p:sp>
      <p:pic>
        <p:nvPicPr>
          <p:cNvPr id="242" name="Google Shape;2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475" y="1618625"/>
            <a:ext cx="3535799" cy="332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</a:t>
            </a:r>
            <a:endParaRPr/>
          </a:p>
        </p:txBody>
      </p:sp>
      <p:sp>
        <p:nvSpPr>
          <p:cNvPr id="248" name="Google Shape;24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Uso habitual de zonas residenciales de las </a:t>
            </a:r>
            <a:r>
              <a:rPr lang="es"/>
              <a:t>estaciones</a:t>
            </a:r>
            <a:r>
              <a:rPr lang="es"/>
              <a:t> de inicio </a:t>
            </a:r>
            <a:r>
              <a:rPr b="1" lang="es"/>
              <a:t>(color verde la </a:t>
            </a:r>
            <a:r>
              <a:rPr b="1" lang="es"/>
              <a:t>estación</a:t>
            </a:r>
            <a:r>
              <a:rPr b="1" lang="es"/>
              <a:t> de inicio)</a:t>
            </a:r>
            <a:endParaRPr b="1"/>
          </a:p>
        </p:txBody>
      </p:sp>
      <p:pic>
        <p:nvPicPr>
          <p:cNvPr id="249" name="Google Shape;2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200" y="1845725"/>
            <a:ext cx="4099200" cy="307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REFERENCIAS</a:t>
            </a:r>
            <a:endParaRPr/>
          </a:p>
        </p:txBody>
      </p:sp>
      <p:sp>
        <p:nvSpPr>
          <p:cNvPr id="255" name="Google Shape;25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Artículo científico principal (Visual Analytics + micromovilidad)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Escribano, A., Jiménez, F., &amp; Ruiz, M. (2023). Uncovering spatiotemporal micromobility patterns through the lens of space–time cubes and GIS tools. Journal of Geographical Systems. https://doi.org/10.1007/s10109-023-00418-9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Documento técnico sobre la base de datos SIOSE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Instituto Geográfico Nacional. (2021). Estructura y contenido de la base de datos SIOSE v3.0. Sistema de Información sobre Ocupación del Suelo en España (SIOSE). https://www.siose.es/SIOSEtheme-theme/documentos/pdf/Estruc_Cons_Bas_dat_SIOSE_v3.pdf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Lista de códigos HILUCS del estándar INSPIRE (clasificación europea del uso del suelo)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INSPIRE. (n.d.). HILUCSValue — Hierarchical INSPIRE Land Use Classification System. INSPIRE Thematic Codelists. https://inspire.ec.europa.eu/codelist/HILUCSValue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Prestifilippo, G., Ballatore, A., et al. (2024). Visual Analytics for Sustainable Mobility: Usability Evaluation and Application in UrbanFlow Milano. Smart Cities, 4(4), 41. https://doi.org/10.3390/smartcities4040041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